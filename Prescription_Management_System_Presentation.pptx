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3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0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28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3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0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9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2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8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25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1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62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62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3500" y="4521199"/>
            <a:ext cx="5956300" cy="812800"/>
          </a:xfrm>
        </p:spPr>
        <p:txBody>
          <a:bodyPr>
            <a:normAutofit/>
          </a:bodyPr>
          <a:lstStyle/>
          <a:p>
            <a:r>
              <a:rPr lang="en-US" sz="3200" dirty="0"/>
              <a:t>Prescription management system</a:t>
            </a:r>
            <a:endParaRPr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4521199"/>
            <a:ext cx="8308808" cy="2785534"/>
          </a:xfrm>
        </p:spPr>
        <p:txBody>
          <a:bodyPr>
            <a:normAutofit/>
          </a:bodyPr>
          <a:lstStyle/>
          <a:p>
            <a:r>
              <a:rPr lang="en-US" sz="1800" dirty="0"/>
              <a:t>TEAM 16</a:t>
            </a:r>
          </a:p>
          <a:p>
            <a:r>
              <a:rPr lang="en-US" sz="1800" dirty="0"/>
              <a:t>BURGULA RISHIK (2520030314) </a:t>
            </a:r>
          </a:p>
          <a:p>
            <a:r>
              <a:rPr lang="en-US" sz="1800" dirty="0"/>
              <a:t>SAI SASHANK (2520030454) 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6D902-ABAD-5B40-09CD-D3A5F41CBA14}"/>
              </a:ext>
            </a:extLst>
          </p:cNvPr>
          <p:cNvSpPr txBox="1"/>
          <p:nvPr/>
        </p:nvSpPr>
        <p:spPr>
          <a:xfrm>
            <a:off x="6527800" y="4445000"/>
            <a:ext cx="2722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GUIDE</a:t>
            </a:r>
            <a:r>
              <a:rPr lang="en-IN" dirty="0"/>
              <a:t>D BY</a:t>
            </a:r>
          </a:p>
          <a:p>
            <a:endParaRPr lang="en-IN" dirty="0"/>
          </a:p>
          <a:p>
            <a:r>
              <a:rPr lang="en-IN" dirty="0"/>
              <a:t>DR SIRISHA MA’AM</a:t>
            </a:r>
          </a:p>
          <a:p>
            <a:r>
              <a:rPr lang="en-IN" dirty="0"/>
              <a:t>DR MADHAVI MA’AM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86174-6296-0F6F-5AE7-3B0C9CA5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850" y="-456996"/>
            <a:ext cx="2722150" cy="2023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askerville Old Face" panose="02020602080505020303" pitchFamily="18" charset="0"/>
              </a:rPr>
              <a:t>• Digital platform replacing handwritten prescriptions with electronic records.</a:t>
            </a:r>
          </a:p>
          <a:p>
            <a:r>
              <a:rPr dirty="0">
                <a:latin typeface="Baskerville Old Face" panose="02020602080505020303" pitchFamily="18" charset="0"/>
              </a:rPr>
              <a:t>• Reduces illegibility, medication errors, and poor record management.</a:t>
            </a:r>
          </a:p>
          <a:p>
            <a:r>
              <a:rPr dirty="0">
                <a:latin typeface="Baskerville Old Face" panose="02020602080505020303" pitchFamily="18" charset="0"/>
              </a:rPr>
              <a:t>• Features include e-prescriptions, dosage validation, refill requests, and pharmacy routing.</a:t>
            </a:r>
          </a:p>
          <a:p>
            <a:r>
              <a:rPr dirty="0">
                <a:latin typeface="Baskerville Old Face" panose="02020602080505020303" pitchFamily="18" charset="0"/>
              </a:rPr>
              <a:t>• Maintains patient history and improves treatment outcomes.</a:t>
            </a:r>
          </a:p>
          <a:p>
            <a:r>
              <a:rPr dirty="0">
                <a:latin typeface="Baskerville Old Face" panose="02020602080505020303" pitchFamily="18" charset="0"/>
              </a:rPr>
              <a:t>• Built using React.js and Node.js for efficiency and patient safety.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F110E-D1A6-FE75-29CB-E03C89B5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050" y="-610608"/>
            <a:ext cx="2792127" cy="2075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998132"/>
            <a:ext cx="7355841" cy="3870961"/>
          </a:xfrm>
        </p:spPr>
        <p:txBody>
          <a:bodyPr>
            <a:normAutofit/>
          </a:bodyPr>
          <a:lstStyle/>
          <a:p>
            <a:r>
              <a:rPr sz="2400" dirty="0">
                <a:latin typeface="Baskerville Old Face" panose="02020602080505020303" pitchFamily="18" charset="0"/>
              </a:rPr>
              <a:t>1. Drug Search, Dosage Validator, Adherence, Admin Panel – </a:t>
            </a:r>
            <a:r>
              <a:rPr lang="en-US" sz="2400" dirty="0">
                <a:latin typeface="Baskerville Old Face" panose="02020602080505020303" pitchFamily="18" charset="0"/>
              </a:rPr>
              <a:t>(</a:t>
            </a:r>
            <a:r>
              <a:rPr sz="2400" dirty="0">
                <a:latin typeface="Baskerville Old Face" panose="02020602080505020303" pitchFamily="18" charset="0"/>
              </a:rPr>
              <a:t>2520030314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  <a:endParaRPr sz="2400" dirty="0">
              <a:latin typeface="Baskerville Old Face" panose="02020602080505020303" pitchFamily="18" charset="0"/>
            </a:endParaRPr>
          </a:p>
          <a:p>
            <a:r>
              <a:rPr sz="2400" dirty="0">
                <a:latin typeface="Baskerville Old Face" panose="02020602080505020303" pitchFamily="18" charset="0"/>
              </a:rPr>
              <a:t>2. Pharmacy Assignment, PDF Export, Notifications, Prescription History – </a:t>
            </a:r>
            <a:r>
              <a:rPr lang="en-US" sz="2400" dirty="0">
                <a:latin typeface="Baskerville Old Face" panose="02020602080505020303" pitchFamily="18" charset="0"/>
              </a:rPr>
              <a:t>(</a:t>
            </a:r>
            <a:r>
              <a:rPr sz="2400" dirty="0">
                <a:latin typeface="Baskerville Old Face" panose="02020602080505020303" pitchFamily="18" charset="0"/>
              </a:rPr>
              <a:t>2520030454</a:t>
            </a:r>
            <a:r>
              <a:rPr lang="en-US" sz="2400" dirty="0">
                <a:latin typeface="Baskerville Old Face" panose="02020602080505020303" pitchFamily="18" charset="0"/>
              </a:rPr>
              <a:t>)</a:t>
            </a:r>
            <a:endParaRPr sz="2400" dirty="0">
              <a:latin typeface="Baskerville Old Face" panose="020206020805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72A98-3A3D-55CD-DF55-CD59B1078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585" y="-635323"/>
            <a:ext cx="2813986" cy="2091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BF5BC-0CA3-20C2-836B-F8F1180B6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933" y="1637029"/>
            <a:ext cx="672253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Drug Search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This module helps users quickly search medicines from the database. It provides details such as medicine name, usage, availability, dosage information, and possible side effects.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Dosage Validator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The dosage validator checks whether the prescribed dosage is safe and appropriate for the patient. It reduces medication errors by validating dosage limits based on age, frequency, and medicine type.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Adherence Tracker</a:t>
            </a:r>
            <a:br>
              <a:rPr lang="en-US" altLang="en-US" sz="18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The adherence tracker monitors whether patients are taking medicines on time. It helps improve treatment effectiveness by tracking medication schedules and reminders.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058C1-6E4D-6B49-69A2-9683529E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851" y="-593675"/>
            <a:ext cx="2678217" cy="1990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04DE-6EC7-801D-7767-33130715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40267"/>
            <a:ext cx="4130040" cy="1270000"/>
          </a:xfrm>
        </p:spPr>
        <p:txBody>
          <a:bodyPr>
            <a:normAutofit/>
          </a:bodyPr>
          <a:lstStyle/>
          <a:p>
            <a:r>
              <a:rPr lang="en-US" dirty="0"/>
              <a:t>Module Details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44CBED-EB78-BEBC-8350-E42F0F17C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2083113"/>
            <a:ext cx="562017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Pharmacy Assignment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This module assigns prescriptions to nearby or selected pharmacies. It ensures proper routing of medicines and helps pharmacies prepare orders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PDF Export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This module converts prescription details into downloadable PDF documents. Patients and doctors can save, print, or share prescriptions securely in digital format.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CE143-A15C-FAD1-55A7-FC019F24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517" y="-521204"/>
            <a:ext cx="2789883" cy="207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9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0CA9-985C-802B-2E2B-FF129100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Details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FA3567-6F72-C7C7-CA92-9A4EA1AD4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732" y="2157687"/>
            <a:ext cx="656166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Adherence Tracker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The adherence tracker monitors whether patients are taking medicines on time. It helps improve treatment effectiveness by tracking medication schedules and reminders.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Notifications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This module sends alerts and reminders related to prescriptions, refill approvals, medicine schedules, and pharmacy updates. It improves communication between users and the system.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BA12B-0BC0-206F-4E9E-E5464C230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384" y="-635323"/>
            <a:ext cx="2840683" cy="211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3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C36D-3FD7-D090-1263-0DCF3F8C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4CCA9-D4D5-B212-7B5F-5CB6798F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ahnschrift SemiBold" panose="020B0502040204020203" pitchFamily="34" charset="0"/>
              </a:rPr>
              <a:t>Admin Panel</a:t>
            </a:r>
            <a:br>
              <a:rPr lang="en-US" dirty="0">
                <a:latin typeface="Bahnschrift SemiBold" panose="020B0502040204020203" pitchFamily="34" charset="0"/>
              </a:rPr>
            </a:br>
            <a:r>
              <a:rPr lang="en-US" dirty="0">
                <a:latin typeface="Bahnschrift SemiBold" panose="020B0502040204020203" pitchFamily="34" charset="0"/>
              </a:rPr>
              <a:t>The admin panel is used to manage the entire system, including users, prescriptions, pharmacies, and reports. Administrators can monitor activities, control access, and maintain system security. 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21846-23DA-BE09-EBE0-F9C9E61CF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18" y="-635323"/>
            <a:ext cx="2798349" cy="207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3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6060440" cy="1254329"/>
          </a:xfrm>
        </p:spPr>
        <p:txBody>
          <a:bodyPr>
            <a:normAutofit/>
          </a:bodyPr>
          <a:lstStyle/>
          <a:p>
            <a:r>
              <a:rPr sz="4400" dirty="0"/>
              <a:t>Frameworks /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Frontend: HTML5, CSS3, JavaScript, React.js</a:t>
            </a:r>
          </a:p>
          <a:p>
            <a:r>
              <a:rPr dirty="0">
                <a:latin typeface="Bahnschrift SemiBold" panose="020B0502040204020203" pitchFamily="34" charset="0"/>
              </a:rPr>
              <a:t>Backend: Node.js, Express.js</a:t>
            </a:r>
          </a:p>
          <a:p>
            <a:r>
              <a:rPr dirty="0">
                <a:latin typeface="Bahnschrift SemiBold" panose="020B0502040204020203" pitchFamily="34" charset="0"/>
              </a:rPr>
              <a:t>APIs: REST APIs, Axios</a:t>
            </a:r>
          </a:p>
          <a:p>
            <a:r>
              <a:rPr dirty="0">
                <a:latin typeface="Bahnschrift SemiBold" panose="020B0502040204020203" pitchFamily="34" charset="0"/>
              </a:rPr>
              <a:t>State Management: React Context API / Redux</a:t>
            </a:r>
          </a:p>
          <a:p>
            <a:r>
              <a:rPr dirty="0">
                <a:latin typeface="Bahnschrift SemiBold" panose="020B0502040204020203" pitchFamily="34" charset="0"/>
              </a:rPr>
              <a:t>Routing: React Router</a:t>
            </a:r>
          </a:p>
          <a:p>
            <a:r>
              <a:rPr dirty="0">
                <a:latin typeface="Bahnschrift SemiBold" panose="020B0502040204020203" pitchFamily="34" charset="0"/>
              </a:rPr>
              <a:t>UI Frameworks: Bootstrap / Tailwind CSS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63537-2E04-FE35-AEA0-A1E1EC8DC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161" y="-483293"/>
            <a:ext cx="2529712" cy="188029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</TotalTime>
  <Words>431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</vt:lpstr>
      <vt:lpstr>Baskerville Old Face</vt:lpstr>
      <vt:lpstr>Tw Cen MT</vt:lpstr>
      <vt:lpstr>Tw Cen MT Condensed</vt:lpstr>
      <vt:lpstr>Wingdings 3</vt:lpstr>
      <vt:lpstr>Integral</vt:lpstr>
      <vt:lpstr>Prescription management system</vt:lpstr>
      <vt:lpstr>Problem Statement</vt:lpstr>
      <vt:lpstr>Project Modules</vt:lpstr>
      <vt:lpstr>Module Details</vt:lpstr>
      <vt:lpstr>Module Details</vt:lpstr>
      <vt:lpstr>Module Details</vt:lpstr>
      <vt:lpstr>Module Details</vt:lpstr>
      <vt:lpstr>Frameworks / 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Rishik Burgula</cp:lastModifiedBy>
  <cp:revision>7</cp:revision>
  <dcterms:created xsi:type="dcterms:W3CDTF">2013-01-27T09:14:16Z</dcterms:created>
  <dcterms:modified xsi:type="dcterms:W3CDTF">2026-06-20T03:06:25Z</dcterms:modified>
  <cp:category/>
</cp:coreProperties>
</file>